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Placement Prediction System with Explainable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Lavi Pawar</a:t>
            </a:r>
          </a:p>
          <a:p>
            <a:r>
              <a:t>B.Tech - AI &amp;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Placement is a crucial aspect of student life.</a:t>
            </a:r>
          </a:p>
          <a:p>
            <a:r>
              <a:t>Lack of prediction tools affects student preparation.</a:t>
            </a:r>
          </a:p>
          <a:p>
            <a:r>
              <a:t>Need for a data-driven approach to predict placement chances.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Features include: CGPA, Internship, Projects, Attendance, Communication, Test Score.</a:t>
            </a:r>
          </a:p>
          <a:p>
            <a:r>
              <a:t>Target: Placement Status (1 = Placed, 0 = Not Placed).</a:t>
            </a:r>
          </a:p>
          <a:p>
            <a:r>
              <a:t>Data collected from mock campus drives.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Pandas, NumPy, Scikit-learn.</a:t>
            </a:r>
          </a:p>
          <a:p>
            <a:r>
              <a:t>Matplotlib, Seaborn for visualization.</a:t>
            </a:r>
          </a:p>
          <a:p>
            <a:r>
              <a:t>SHAP for Explainable AI.</a:t>
            </a:r>
          </a:p>
          <a:p>
            <a:r>
              <a:t>Google Colab for implementation.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Handled missing values.</a:t>
            </a:r>
          </a:p>
          <a:p>
            <a:r>
              <a:t>Encoded categorical variables.</a:t>
            </a:r>
          </a:p>
          <a:p>
            <a:r>
              <a:t>Feature scaling using StandardScaler.</a:t>
            </a:r>
          </a:p>
          <a:p>
            <a:r>
              <a:t>Train-test split performed.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Logistic Regression.</a:t>
            </a:r>
          </a:p>
          <a:p>
            <a:r>
              <a:t>Random Forest Classifier.</a:t>
            </a:r>
          </a:p>
          <a:p>
            <a:r>
              <a:t>GaussianNB.</a:t>
            </a:r>
          </a:p>
          <a:p>
            <a:r>
              <a:t>Evaluated using accuracy, confusion matrix, and classification report.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 Score.</a:t>
            </a:r>
          </a:p>
          <a:p>
            <a:r>
              <a:t>Precision, Recall, F1-Score.</a:t>
            </a:r>
          </a:p>
          <a:p>
            <a:r>
              <a:t>Confusion Matrix for class-wise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Explainable AI with SHAP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SHAP (SHapley Additive exPlanations) used for model interpretability.</a:t>
            </a:r>
          </a:p>
          <a:p>
            <a:r>
              <a:t>SHAP Summary Plot shows feature importance.</a:t>
            </a:r>
          </a:p>
          <a:p>
            <a:r>
              <a:t>SHAP Force Plot explains individual predictions.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 Model Accuracy: ~92% (Random Forest).</a:t>
            </a:r>
          </a:p>
          <a:p>
            <a:r>
              <a:t>CGPA and Communication were most important features.</a:t>
            </a:r>
          </a:p>
          <a:p>
            <a:r>
              <a:t>Visualized prediction probabilities.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provides a useful prediction tool for placement readiness.</a:t>
            </a:r>
          </a:p>
          <a:p>
            <a:r>
              <a:t>Helps identify weak areas through feature impact.</a:t>
            </a:r>
          </a:p>
          <a:p>
            <a:r>
              <a:t>Easy to use in real-time through notebooks.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 with web dashboards (e.g., Streamlit).</a:t>
            </a:r>
          </a:p>
          <a:p>
            <a:r>
              <a:t>Include more student parameters (certifications, courses).</a:t>
            </a:r>
          </a:p>
          <a:p>
            <a:r>
              <a:t>Use deep learning for better accuracy.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Made by: Lavi Pawar</a:t>
            </a:r>
          </a:p>
          <a:p>
            <a:r>
              <a:t>Contact: github.com/lavipawar4</a:t>
            </a:r>
          </a:p>
          <a:p>
            <a:r>
              <a:t>Mentor: 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